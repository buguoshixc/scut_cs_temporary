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268" r:id="rId4"/>
    <p:sldId id="256" r:id="rId5"/>
    <p:sldId id="257" r:id="rId6"/>
    <p:sldId id="258" r:id="rId7"/>
    <p:sldId id="259" r:id="rId8"/>
    <p:sldId id="260" r:id="rId9"/>
    <p:sldId id="263" r:id="rId10"/>
    <p:sldId id="261" r:id="rId11"/>
    <p:sldId id="262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87.xml"/><Relationship Id="rId2" Type="http://schemas.openxmlformats.org/officeDocument/2006/relationships/image" Target="../media/image4.png"/><Relationship Id="rId1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9.xml"/><Relationship Id="rId2" Type="http://schemas.openxmlformats.org/officeDocument/2006/relationships/image" Target="../media/image5.png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1.xml"/><Relationship Id="rId2" Type="http://schemas.openxmlformats.org/officeDocument/2006/relationships/image" Target="../media/image6.png"/><Relationship Id="rId1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3.xml"/><Relationship Id="rId2" Type="http://schemas.openxmlformats.org/officeDocument/2006/relationships/image" Target="../media/image7.png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5.xml"/><Relationship Id="rId2" Type="http://schemas.openxmlformats.org/officeDocument/2006/relationships/image" Target="../media/image8.png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7.xml"/><Relationship Id="rId2" Type="http://schemas.openxmlformats.org/officeDocument/2006/relationships/image" Target="../media/image9.png"/><Relationship Id="rId1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9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0.xml"/><Relationship Id="rId2" Type="http://schemas.openxmlformats.org/officeDocument/2006/relationships/image" Target="../media/image11.png"/><Relationship Id="rId1" Type="http://schemas.openxmlformats.org/officeDocument/2006/relationships/tags" Target="../tags/tag9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0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0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06.xml"/><Relationship Id="rId2" Type="http://schemas.openxmlformats.org/officeDocument/2006/relationships/image" Target="../media/image14.png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/>
            <a:r>
              <a:rPr>
                <a:sym typeface="+mn-ea"/>
              </a:rPr>
              <a:t>嵌入式系统</a:t>
            </a:r>
            <a:endParaRPr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82320" y="2581275"/>
            <a:ext cx="10800715" cy="493077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i="1">
                <a:solidFill>
                  <a:schemeClr val="tx1"/>
                </a:solidFill>
              </a:rPr>
              <a:t>202330453151 </a:t>
            </a:r>
            <a:r>
              <a:rPr lang="zh-CN" altLang="en-US" b="1" i="1">
                <a:solidFill>
                  <a:schemeClr val="tx1"/>
                </a:solidFill>
              </a:rPr>
              <a:t>计科一班</a:t>
            </a:r>
            <a:r>
              <a:rPr lang="en-US" altLang="zh-CN" b="1" i="1">
                <a:solidFill>
                  <a:schemeClr val="tx1"/>
                </a:solidFill>
              </a:rPr>
              <a:t> </a:t>
            </a:r>
            <a:r>
              <a:rPr lang="zh-CN" altLang="en-US" b="1" i="1">
                <a:solidFill>
                  <a:schemeClr val="tx1"/>
                </a:solidFill>
              </a:rPr>
              <a:t>于博宇</a:t>
            </a:r>
            <a:endParaRPr lang="zh-CN" altLang="en-US" b="1" i="1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9996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9462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635" cy="70427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71843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615315"/>
            <a:ext cx="10515600" cy="529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>
                <a:solidFill>
                  <a:schemeClr val="tx1"/>
                </a:solidFill>
              </a:rPr>
              <a:t>计算</a:t>
            </a:r>
            <a:r>
              <a:rPr lang="en-US" altLang="zh-CN" sz="4000" b="1">
                <a:solidFill>
                  <a:schemeClr val="tx1"/>
                </a:solidFill>
              </a:rPr>
              <a:t> ADC </a:t>
            </a:r>
            <a:r>
              <a:rPr lang="zh-CN" altLang="en-US" sz="4000" b="1">
                <a:solidFill>
                  <a:schemeClr val="tx1"/>
                </a:solidFill>
              </a:rPr>
              <a:t>数字值对应的模拟电压</a:t>
            </a:r>
            <a:endParaRPr lang="zh-CN" altLang="en-US" sz="40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STM32 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 ADC </a:t>
            </a:r>
            <a:r>
              <a:rPr lang="zh-CN" altLang="en-US">
                <a:solidFill>
                  <a:schemeClr val="tx1"/>
                </a:solidFill>
              </a:rPr>
              <a:t>是一个</a:t>
            </a:r>
            <a:r>
              <a:rPr lang="en-US" altLang="zh-CN">
                <a:solidFill>
                  <a:schemeClr val="tx1"/>
                </a:solidFill>
              </a:rPr>
              <a:t> 12 </a:t>
            </a:r>
            <a:r>
              <a:rPr lang="zh-CN" altLang="en-US">
                <a:solidFill>
                  <a:schemeClr val="tx1"/>
                </a:solidFill>
              </a:rPr>
              <a:t>位的模数转换器，其数字输出范围是</a:t>
            </a:r>
            <a:r>
              <a:rPr lang="en-US" altLang="zh-CN">
                <a:solidFill>
                  <a:schemeClr val="tx1"/>
                </a:solidFill>
              </a:rPr>
              <a:t> 0 - 4095</a:t>
            </a:r>
            <a:r>
              <a:rPr lang="zh-CN" altLang="en-US">
                <a:solidFill>
                  <a:schemeClr val="tx1"/>
                </a:solidFill>
              </a:rPr>
              <a:t>（因为</a:t>
            </a:r>
            <a:r>
              <a:rPr lang="en-US" altLang="zh-CN">
                <a:solidFill>
                  <a:schemeClr val="tx1"/>
                </a:solidFill>
              </a:rPr>
              <a:t> 2^12=4096</a:t>
            </a:r>
            <a:r>
              <a:rPr lang="zh-CN" altLang="en-US">
                <a:solidFill>
                  <a:schemeClr val="tx1"/>
                </a:solidFill>
              </a:rPr>
              <a:t>）。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假设</a:t>
            </a:r>
            <a:r>
              <a:rPr lang="en-US" altLang="zh-CN">
                <a:solidFill>
                  <a:schemeClr val="tx1"/>
                </a:solidFill>
              </a:rPr>
              <a:t> ADC </a:t>
            </a:r>
            <a:r>
              <a:rPr lang="zh-CN" altLang="en-US">
                <a:solidFill>
                  <a:schemeClr val="tx1"/>
                </a:solidFill>
              </a:rPr>
              <a:t>的参考电压（</a:t>
            </a:r>
            <a:r>
              <a:rPr lang="en-US" altLang="zh-CN">
                <a:solidFill>
                  <a:schemeClr val="tx1"/>
                </a:solidFill>
              </a:rPr>
              <a:t>VREF</a:t>
            </a:r>
            <a:r>
              <a:rPr lang="zh-CN" altLang="en-US">
                <a:solidFill>
                  <a:schemeClr val="tx1"/>
                </a:solidFill>
              </a:rPr>
              <a:t>）为</a:t>
            </a:r>
            <a:r>
              <a:rPr lang="en-US" altLang="zh-CN">
                <a:solidFill>
                  <a:schemeClr val="tx1"/>
                </a:solidFill>
              </a:rPr>
              <a:t> 3.3V</a:t>
            </a:r>
            <a:r>
              <a:rPr lang="zh-CN" altLang="en-US">
                <a:solidFill>
                  <a:schemeClr val="tx1"/>
                </a:solidFill>
              </a:rPr>
              <a:t>（不同的</a:t>
            </a:r>
            <a:r>
              <a:rPr lang="en-US" altLang="zh-CN">
                <a:solidFill>
                  <a:schemeClr val="tx1"/>
                </a:solidFill>
              </a:rPr>
              <a:t> STM32 </a:t>
            </a:r>
            <a:r>
              <a:rPr lang="zh-CN" altLang="en-US">
                <a:solidFill>
                  <a:schemeClr val="tx1"/>
                </a:solidFill>
              </a:rPr>
              <a:t>芯片可能有所不同，这里以常见的</a:t>
            </a:r>
            <a:r>
              <a:rPr lang="en-US" altLang="zh-CN">
                <a:solidFill>
                  <a:schemeClr val="tx1"/>
                </a:solidFill>
              </a:rPr>
              <a:t> 3.3V </a:t>
            </a:r>
            <a:r>
              <a:rPr lang="zh-CN" altLang="en-US">
                <a:solidFill>
                  <a:schemeClr val="tx1"/>
                </a:solidFill>
              </a:rPr>
              <a:t>为例）。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当</a:t>
            </a:r>
            <a:r>
              <a:rPr lang="en-US" altLang="zh-CN">
                <a:solidFill>
                  <a:schemeClr val="tx1"/>
                </a:solidFill>
              </a:rPr>
              <a:t> ADC </a:t>
            </a:r>
            <a:r>
              <a:rPr lang="zh-CN" altLang="en-US">
                <a:solidFill>
                  <a:schemeClr val="tx1"/>
                </a:solidFill>
              </a:rPr>
              <a:t>数字值为</a:t>
            </a:r>
            <a:r>
              <a:rPr lang="en-US" altLang="zh-CN">
                <a:solidFill>
                  <a:schemeClr val="tx1"/>
                </a:solidFill>
              </a:rPr>
              <a:t> 819 </a:t>
            </a:r>
            <a:r>
              <a:rPr lang="zh-CN" altLang="en-US">
                <a:solidFill>
                  <a:schemeClr val="tx1"/>
                </a:solidFill>
              </a:rPr>
              <a:t>时，对应的模拟电压计算公式为：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Uin = (ADC </a:t>
            </a:r>
            <a:r>
              <a:rPr lang="zh-CN" altLang="en-US">
                <a:solidFill>
                  <a:schemeClr val="tx1"/>
                </a:solidFill>
              </a:rPr>
              <a:t>数值</a:t>
            </a:r>
            <a:r>
              <a:rPr lang="en-US" altLang="zh-CN">
                <a:solidFill>
                  <a:schemeClr val="tx1"/>
                </a:solidFill>
              </a:rPr>
              <a:t> / 4095) </a:t>
            </a:r>
            <a:r>
              <a:rPr lang="en-US" altLang="en-US">
                <a:solidFill>
                  <a:schemeClr val="tx1"/>
                </a:solidFill>
              </a:rPr>
              <a:t>×</a:t>
            </a:r>
            <a:r>
              <a:rPr lang="en-US" altLang="zh-CN">
                <a:solidFill>
                  <a:schemeClr val="tx1"/>
                </a:solidFill>
              </a:rPr>
              <a:t> VREF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Uin = (819 / 4095) </a:t>
            </a:r>
            <a:r>
              <a:rPr lang="en-US" altLang="en-US">
                <a:solidFill>
                  <a:schemeClr val="tx1"/>
                </a:solidFill>
              </a:rPr>
              <a:t>×</a:t>
            </a:r>
            <a:r>
              <a:rPr lang="en-US" altLang="zh-CN">
                <a:solidFill>
                  <a:schemeClr val="tx1"/>
                </a:solidFill>
              </a:rPr>
              <a:t> 3.3V≈0.66V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 txBox="1">
            <a:spLocks noGrp="1"/>
          </p:cNvSpPr>
          <p:nvPr>
            <p:ph type="title" idx="2"/>
          </p:nvPr>
        </p:nvSpPr>
        <p:spPr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/>
            <a:endParaRPr>
              <a:sym typeface="+mn-ea"/>
            </a:endParaRPr>
          </a:p>
        </p:txBody>
      </p:sp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40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83355" y="-2586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8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  <p:tag name="KSO_WM_SLIDE_THEME_ID" val="3302458"/>
  <p:tag name="KSO_WM_SLIDE_THEME_NAME" val="白色简约立体风"/>
</p:tagLst>
</file>

<file path=ppt/tags/tag86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87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8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0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1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2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3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4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95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6.xml><?xml version="1.0" encoding="utf-8"?>
<p:tagLst xmlns:p="http://schemas.openxmlformats.org/presentationml/2006/main">
  <p:tag name="KSO_WM_UNIT_INDEX" val="1"/>
  <p:tag name="KSO_WM_UNIT_TYPE" val="β"/>
  <p:tag name="KSO_WM_BEAUTIFY_FLAG" val="#wm#"/>
</p:tagLst>
</file>

<file path=ppt/tags/tag97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99.xml><?xml version="1.0" encoding="utf-8"?>
<p:tagLst xmlns:p="http://schemas.openxmlformats.org/presentationml/2006/main">
  <p:tag name="KSO_WM_UNIT_INDEX" val="1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102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103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104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ags/tag105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  <p:tag name="KSO_WM_SLIDE_ID" val="custom20230230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TEMPLATE_CATEGORY" val="custom"/>
  <p:tag name="KSO_WM_TEMPLATE_INDEX" val="20230230"/>
  <p:tag name="KSO_WM_SLIDE_SUBTYPE" val="pureTxt"/>
  <p:tag name="KSO_WM_SLIDE_SIZE" val="850*445"/>
  <p:tag name="KSO_WM_SLIDE_POSITION" val="54*41"/>
  <p:tag name="KSO_WM_SLIDE_LAYOUT" val="a_f"/>
  <p:tag name="KSO_WM_SLIDE_LAYOUT_CNT" val="1_1"/>
  <p:tag name="KSO_WM_SPECIAL_SOURCE" val="bdnull"/>
  <p:tag name="KSO_WM_SLIDE_LAYOUT_NAME" val="标题和内容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WPS 演示</Application>
  <PresentationFormat>宽屏</PresentationFormat>
  <Paragraphs>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Wingdings</vt:lpstr>
      <vt:lpstr>MiSans Heavy</vt:lpstr>
      <vt:lpstr>MiSans Light</vt:lpstr>
      <vt:lpstr>MiSans</vt:lpstr>
      <vt:lpstr>WPS</vt:lpstr>
      <vt:lpstr>1_Office 主题</vt:lpstr>
      <vt:lpstr>嵌入式系统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于博宇</dc:creator>
  <cp:lastModifiedBy>WPS_1648808624</cp:lastModifiedBy>
  <cp:revision>5</cp:revision>
  <dcterms:created xsi:type="dcterms:W3CDTF">2023-08-09T12:44:00Z</dcterms:created>
  <dcterms:modified xsi:type="dcterms:W3CDTF">2025-04-19T17:13:51Z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