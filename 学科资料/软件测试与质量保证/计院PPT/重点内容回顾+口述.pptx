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9" d="100"/>
          <a:sy n="89" d="100"/>
        </p:scale>
        <p:origin x="855" y="45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AB5D28-8A97-953F-1DFA-DF69D2FB63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D28C06-4D87-3EA9-422B-04E6C41E01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B50C4-A3F3-2CBD-5E73-77DDE8496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F41565-B18B-33E7-DE6D-5634C04E59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BD1D35-B4F5-129F-9C54-848436B3CB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AE0182-30F6-97A3-F657-03A2E02EC1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8DCEF8-E250-7E1B-EB07-021829DF34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0AA9B7-A272-B92C-80E1-DB673576ED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257787" name="标题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096442418" name="副标题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/>
          </a:p>
        </p:txBody>
      </p:sp>
      <p:sp>
        <p:nvSpPr>
          <p:cNvPr id="97166122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163077519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214210229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935655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704766742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942337245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114227373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9785945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004214" name="标题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9616897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142567068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2145549928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96284257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011387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66419544" name="内容占位符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271520607" name="内容占位符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2012969222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77845477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56659902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89553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9363355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1492897078" name="内容占位符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1073521846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907200004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1570531716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1105798610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91180824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845498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51991858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971756001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44538128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154521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921999373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10553226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687655" name="标题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277196323" name="内容占位符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51807640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1170504269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161183335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99676614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233147" name="标题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732767837" name="图片占位符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1481525203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1506399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1920684330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6513554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6843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578027048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1896978137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1718419916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41742652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垂直排列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948848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946086999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1239789105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67590506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05698692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08347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73486561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170741584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0820CF-B880-4189-942D-D702A7CBA730}" type="datetimeFigureOut">
              <a:rPr lang="zh-CN"/>
              <a:t>2021/5/5</a:t>
            </a:fld>
            <a:endParaRPr lang="zh-CN"/>
          </a:p>
        </p:txBody>
      </p:sp>
      <p:sp>
        <p:nvSpPr>
          <p:cNvPr id="599440882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262012140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C913308-F349-4B6D-A68A-DD1791B4A57B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323732" name="标题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软件测试与质量保证</a:t>
            </a:r>
            <a:endParaRPr/>
          </a:p>
        </p:txBody>
      </p:sp>
      <p:sp>
        <p:nvSpPr>
          <p:cNvPr id="1132692004" name="副标题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b="1">
                <a:solidFill>
                  <a:schemeClr val="tx1"/>
                </a:solidFill>
              </a:rPr>
              <a:t>重点内容回顾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988619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第二章 测试方法</a:t>
            </a:r>
            <a:endParaRPr/>
          </a:p>
        </p:txBody>
      </p:sp>
      <p:sp>
        <p:nvSpPr>
          <p:cNvPr id="198608717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黑盒测试及其方法</a:t>
            </a:r>
            <a:endParaRPr lang="en-US"/>
          </a:p>
          <a:p>
            <a:pPr>
              <a:defRPr/>
            </a:pPr>
            <a:r>
              <a:rPr lang="zh-CN"/>
              <a:t>白盒测试及其方法</a:t>
            </a:r>
            <a:endParaRPr lang="en-US"/>
          </a:p>
          <a:p>
            <a:pPr>
              <a:defRPr/>
            </a:pPr>
            <a:r>
              <a:rPr lang="zh-CN"/>
              <a:t>静态测试，动态测试概念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434861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第三章 单元测试</a:t>
            </a:r>
            <a:endParaRPr/>
          </a:p>
        </p:txBody>
      </p:sp>
      <p:sp>
        <p:nvSpPr>
          <p:cNvPr id="60440489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软件测试的级别</a:t>
            </a:r>
            <a:endParaRPr lang="en-US"/>
          </a:p>
          <a:p>
            <a:pPr>
              <a:defRPr/>
            </a:pPr>
            <a:r>
              <a:rPr lang="zh-CN"/>
              <a:t>在单元测试中使用具体的测试方法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9584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第四章 测试类型</a:t>
            </a:r>
            <a:endParaRPr/>
          </a:p>
        </p:txBody>
      </p:sp>
      <p:sp>
        <p:nvSpPr>
          <p:cNvPr id="1504048686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了解不同测试类型的概念和侧重点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07662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第五章 自动化测试</a:t>
            </a:r>
            <a:endParaRPr/>
          </a:p>
        </p:txBody>
      </p:sp>
      <p:sp>
        <p:nvSpPr>
          <p:cNvPr id="949215119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影响自动化测试的重要因素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5708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第六章 性能测试</a:t>
            </a:r>
            <a:endParaRPr/>
          </a:p>
        </p:txBody>
      </p:sp>
      <p:sp>
        <p:nvSpPr>
          <p:cNvPr id="1424259236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性能测试中的重要概念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91680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第七章 网络安全性测试</a:t>
            </a:r>
            <a:endParaRPr/>
          </a:p>
        </p:txBody>
      </p:sp>
      <p:sp>
        <p:nvSpPr>
          <p:cNvPr id="38926344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常见的网络攻击方法</a:t>
            </a:r>
            <a:endParaRPr lang="en-US"/>
          </a:p>
          <a:p>
            <a:pPr>
              <a:defRPr/>
            </a:pPr>
            <a:r>
              <a:rPr lang="zh-CN"/>
              <a:t>网络攻击防范措施</a:t>
            </a:r>
            <a:endParaRPr lang="en-US"/>
          </a:p>
          <a:p>
            <a:pPr>
              <a:defRPr/>
            </a:pPr>
            <a:r>
              <a:rPr lang="zh-CN"/>
              <a:t>网络安全性测试的总体思路</a:t>
            </a:r>
            <a:endParaRPr lang="en-US"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什么是蠕虫</a:t>
            </a:r>
            <a:r>
              <a:rPr lang="en-US"/>
              <a:t>、木马</a:t>
            </a:r>
            <a:endParaRPr lang="en-US"/>
          </a:p>
          <a:p>
            <a:pPr>
              <a:defRPr/>
            </a:pPr>
            <a:r>
              <a:rPr lang="en-US"/>
              <a:t>攻防方法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92287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第八章 质量保证</a:t>
            </a:r>
            <a:endParaRPr/>
          </a:p>
        </p:txBody>
      </p:sp>
      <p:sp>
        <p:nvSpPr>
          <p:cNvPr id="1747591388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质量和度量的区别和联系</a:t>
            </a:r>
            <a:endParaRPr lang="en-US"/>
          </a:p>
          <a:p>
            <a:pPr>
              <a:defRPr/>
            </a:pPr>
            <a:r>
              <a:rPr lang="zh-CN"/>
              <a:t>软件质量模型</a:t>
            </a:r>
            <a:endParaRPr lang="en-US"/>
          </a:p>
          <a:p>
            <a:pPr>
              <a:defRPr/>
            </a:pPr>
            <a:r>
              <a:rPr lang="zh-CN"/>
              <a:t>软件度量方法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软件测试与质量保证</dc:title>
  <dc:creator>yongwei nie</dc:creator>
  <cp:lastModifiedBy/>
  <cp:revision>4</cp:revision>
  <dcterms:created xsi:type="dcterms:W3CDTF">2017-04-18T05:38:52Z</dcterms:created>
  <dcterms:modified xsi:type="dcterms:W3CDTF">2026-06-09T10:01:23Z</dcterms:modified>
</cp:coreProperties>
</file>